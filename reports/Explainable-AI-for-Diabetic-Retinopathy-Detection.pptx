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Noto Serif Medium"/>
      <p:regular r:id="rId8"/>
    </p:embeddedFont>
    <p:embeddedFont>
      <p:font typeface="Noto Serif"/>
      <p:regular r:id="rId9"/>
    </p:embeddedFont>
    <p:embeddedFont>
      <p:font typeface="Noto Serif"/>
      <p:regular r:id="rId1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12645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775" y="56704"/>
            <a:ext cx="4654376" cy="201304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6119" y="2605608"/>
            <a:ext cx="849213" cy="198611"/>
          </a:xfrm>
          <a:prstGeom prst="roundRect">
            <a:avLst>
              <a:gd name="adj" fmla="val 19187"/>
            </a:avLst>
          </a:prstGeom>
          <a:solidFill>
            <a:srgbClr val="E8E6E3"/>
          </a:solidFill>
          <a:ln/>
        </p:spPr>
      </p:sp>
      <p:sp>
        <p:nvSpPr>
          <p:cNvPr id="5" name="Text 1"/>
          <p:cNvSpPr/>
          <p:nvPr/>
        </p:nvSpPr>
        <p:spPr>
          <a:xfrm>
            <a:off x="564133" y="2639616"/>
            <a:ext cx="713184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METHODOLOGY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496119" y="2840459"/>
            <a:ext cx="405698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&amp; Model Architecture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96119" y="3421559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96119" y="3689449"/>
            <a:ext cx="3937546" cy="55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EyePACS: 35,126 retinal images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Dataset Imbalance: put weight on Grade 4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Dataset Distribution: 75% Training, 15% Validation, 15% Testing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715098" y="3421559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Model Architecture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715098" y="3689449"/>
            <a:ext cx="3937546" cy="943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Backbone: EfficientNet-B4 (ImageNet transfer learning)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Global Average Pooling → 1,792 features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Dropout (p=0.3) → Fully Connected (1,792 → 5)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Training: Adam + weighted cross-entropy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10 epochs with cosine learning rate scheduler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2026-05-06T00:10:13Z</dcterms:created>
  <dcterms:modified xsi:type="dcterms:W3CDTF">2026-05-06T00:10:13Z</dcterms:modified>
</cp:coreProperties>
</file>